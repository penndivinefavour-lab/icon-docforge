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discuss roadmap priorities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ICON DocForge v1.2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Office Conversion Suite — Quarterly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one</a:t>
            </a:r>
          </a:p>
          <a:p>
            <a:pPr lvl="1"/>
            <a:r>
              <a:t>Item two</a:t>
            </a:r>
          </a:p>
          <a:p>
            <a:pPr lvl="1"/>
            <a:r>
              <a:t>Item three</a:t>
            </a:r>
          </a:p>
          <a:p>
            <a:pPr lvl="1"/>
            <a:r>
              <a:t>Unicode: naïve café 中文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135k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85k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Recommendation: proceed with Phase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