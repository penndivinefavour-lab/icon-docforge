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ICON DocForge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presentation for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text and a 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Data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Data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Third slide with more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